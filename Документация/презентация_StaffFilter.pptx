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Zc6xzop4+lWSelTpzuG6xqavA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1"/>
  </p:normalViewPr>
  <p:slideViewPr>
    <p:cSldViewPr snapToGrid="0" snapToObjects="1">
      <p:cViewPr>
        <p:scale>
          <a:sx n="72" d="100"/>
          <a:sy n="72" d="100"/>
        </p:scale>
        <p:origin x="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0e6b4266b5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10e6b4266b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.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. загол.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US" dirty="0"/>
              <a:t>AI-</a:t>
            </a:r>
            <a:r>
              <a:rPr lang="en-US" dirty="0" err="1"/>
              <a:t>StaffFilter</a:t>
            </a:r>
            <a:endParaRPr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AI-</a:t>
            </a:r>
            <a:r>
              <a:rPr lang="en-US" dirty="0" err="1"/>
              <a:t>StaffFilter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-RU"/>
              <a:t>Команда</a:t>
            </a: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ru-RU" sz="1400" dirty="0"/>
              <a:t>Проектная команда: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Иванцов Егор</a:t>
            </a:r>
            <a:r>
              <a:rPr lang="ru-RU" sz="1400" dirty="0"/>
              <a:t> — </a:t>
            </a:r>
            <a:r>
              <a:rPr lang="ru-RU" sz="1400" dirty="0" err="1"/>
              <a:t>Frontend</a:t>
            </a:r>
            <a:r>
              <a:rPr lang="ru-RU" sz="1400" dirty="0"/>
              <a:t>-разработка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Короткевич Максим</a:t>
            </a:r>
            <a:r>
              <a:rPr lang="ru-RU" sz="1400" dirty="0"/>
              <a:t> — </a:t>
            </a:r>
            <a:r>
              <a:rPr lang="ru-RU" sz="1400" dirty="0" err="1"/>
              <a:t>Backend</a:t>
            </a:r>
            <a:r>
              <a:rPr lang="ru-RU" sz="1400" dirty="0"/>
              <a:t>-разработка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 err="1"/>
              <a:t>Цацин</a:t>
            </a:r>
            <a:r>
              <a:rPr lang="ru-RU" sz="1400" b="1" dirty="0"/>
              <a:t> Артем</a:t>
            </a:r>
            <a:r>
              <a:rPr lang="ru-RU" sz="1400" dirty="0"/>
              <a:t> — </a:t>
            </a:r>
            <a:r>
              <a:rPr lang="ru-RU" sz="1400" dirty="0" err="1"/>
              <a:t>Backend</a:t>
            </a:r>
            <a:r>
              <a:rPr lang="ru-RU" sz="1400" dirty="0"/>
              <a:t>-разработка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Лазаренко Елизавета</a:t>
            </a:r>
            <a:r>
              <a:rPr lang="ru-RU" sz="1400" dirty="0"/>
              <a:t> — ИИ-агент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Яковлев Артем</a:t>
            </a:r>
            <a:r>
              <a:rPr lang="ru-RU" sz="1400" dirty="0"/>
              <a:t> — ИИ-агент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Игнатьев Артем</a:t>
            </a:r>
            <a:r>
              <a:rPr lang="ru-RU" sz="1400" dirty="0"/>
              <a:t> — ИИ-агент</a:t>
            </a:r>
          </a:p>
          <a:p>
            <a:pPr marL="114300" indent="0">
              <a:buNone/>
            </a:pPr>
            <a:r>
              <a:rPr lang="ru-RU" sz="1400" dirty="0"/>
              <a:t>Проект реализуется как командная разработка с распределением ответственности по ключевым направлениям.</a:t>
            </a:r>
          </a:p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800" i="1" dirty="0"/>
          </a:p>
        </p:txBody>
      </p:sp>
      <p:sp>
        <p:nvSpPr>
          <p:cNvPr id="96" name="Google Shape;96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-RU" dirty="0"/>
              <a:t>Актуальность</a:t>
            </a:r>
            <a:endParaRPr dirty="0"/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ru-RU" sz="1400" dirty="0"/>
              <a:t>В процессе подбора персонала работодатели сталкиваются с проблемой обработки большого количества резюме.</a:t>
            </a:r>
          </a:p>
          <a:p>
            <a:pPr marL="114300" indent="0">
              <a:buNone/>
            </a:pPr>
            <a:r>
              <a:rPr lang="ru-RU" sz="1400" dirty="0"/>
              <a:t>Основные сложности: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ручной просмотр занимает много времени;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высокая вероятность человеческой ошибки;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сложно быстро отобрать кандидатов под конкретную вакансию;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отсутствует объективная система оценки.</a:t>
            </a:r>
          </a:p>
          <a:p>
            <a:pPr marL="114300" indent="0">
              <a:buNone/>
            </a:pPr>
            <a:r>
              <a:rPr lang="ru-RU" sz="1400" dirty="0"/>
              <a:t>Наш проект решает проблему автоматизации первичной сортировки резюме с использованием технологий искусственного интеллекта.</a:t>
            </a:r>
          </a:p>
        </p:txBody>
      </p:sp>
      <p:sp>
        <p:nvSpPr>
          <p:cNvPr id="104" name="Google Shape;104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E11CA2-77DC-484C-9D78-E5B561110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400" y="1330643"/>
            <a:ext cx="5508022" cy="4846320"/>
          </a:xfrm>
          <a:prstGeom prst="rect">
            <a:avLst/>
          </a:prstGeom>
        </p:spPr>
      </p:pic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-RU" dirty="0"/>
              <a:t>Продукт проекта</a:t>
            </a:r>
            <a:endParaRPr dirty="0"/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ru-RU" sz="1400" dirty="0"/>
              <a:t>В результате будет разработана система, состоящая из трёх частей:</a:t>
            </a:r>
          </a:p>
          <a:p>
            <a:pPr marL="114300" indent="0">
              <a:buNone/>
            </a:pPr>
            <a:r>
              <a:rPr lang="ru-RU" sz="1400" b="1" dirty="0"/>
              <a:t>1. Веб-сайт (</a:t>
            </a:r>
            <a:r>
              <a:rPr lang="ru-RU" sz="1400" b="1" dirty="0" err="1"/>
              <a:t>Frontend</a:t>
            </a:r>
            <a:r>
              <a:rPr lang="ru-RU" sz="14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загрузка архива (.</a:t>
            </a:r>
            <a:r>
              <a:rPr lang="ru-RU" sz="1400" dirty="0" err="1"/>
              <a:t>zip</a:t>
            </a:r>
            <a:r>
              <a:rPr lang="ru-RU" sz="1400" dirty="0"/>
              <a:t>) или папки с резюме;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выбор вакансии из списка;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запуск обработки;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скачивание итогового файла с результатами.</a:t>
            </a:r>
          </a:p>
          <a:p>
            <a:pPr marL="114300" indent="0">
              <a:buNone/>
            </a:pPr>
            <a:r>
              <a:rPr lang="ru-RU" sz="1400" b="1" dirty="0"/>
              <a:t>2. </a:t>
            </a:r>
            <a:r>
              <a:rPr lang="ru-RU" sz="1400" b="1" dirty="0" err="1"/>
              <a:t>Backend</a:t>
            </a:r>
            <a:endParaRPr lang="ru-RU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распаковка архива и </a:t>
            </a:r>
            <a:r>
              <a:rPr lang="ru-RU" sz="1400" dirty="0" err="1"/>
              <a:t>парсинг</a:t>
            </a:r>
            <a:r>
              <a:rPr lang="ru-RU" sz="1400" dirty="0"/>
              <a:t> файлов;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объединение всех резюме в единый .</a:t>
            </a:r>
            <a:r>
              <a:rPr lang="ru-RU" sz="1400" dirty="0" err="1"/>
              <a:t>txt</a:t>
            </a:r>
            <a:r>
              <a:rPr lang="ru-RU" sz="1400" dirty="0"/>
              <a:t> файл;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проверка параметров (выбранная вакансия);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передача данных в ИИ-модель;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реализация API (</a:t>
            </a:r>
            <a:r>
              <a:rPr lang="ru-RU" sz="1400" dirty="0" err="1"/>
              <a:t>sent</a:t>
            </a:r>
            <a:r>
              <a:rPr lang="ru-RU" sz="1400" dirty="0"/>
              <a:t>, </a:t>
            </a:r>
            <a:r>
              <a:rPr lang="ru-RU" sz="1400" dirty="0" err="1"/>
              <a:t>inbox</a:t>
            </a:r>
            <a:r>
              <a:rPr lang="ru-RU" sz="1400" dirty="0"/>
              <a:t>, </a:t>
            </a:r>
            <a:r>
              <a:rPr lang="ru-RU" sz="1400" dirty="0" err="1"/>
              <a:t>starred</a:t>
            </a:r>
            <a:r>
              <a:rPr lang="ru-RU" sz="1400" dirty="0"/>
              <a:t>).</a:t>
            </a:r>
          </a:p>
          <a:p>
            <a:pPr marL="114300" indent="0">
              <a:buNone/>
            </a:pPr>
            <a:r>
              <a:rPr lang="ru-RU" sz="1400" b="1" dirty="0"/>
              <a:t>3. ИИ-агент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анализ резюме;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сортировка;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формирование рейтинга;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выгрузка итогового файла.</a:t>
            </a:r>
          </a:p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800" i="1" dirty="0"/>
          </a:p>
        </p:txBody>
      </p:sp>
      <p:sp>
        <p:nvSpPr>
          <p:cNvPr id="111" name="Google Shape;111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-RU"/>
              <a:t>Целевая аудитория</a:t>
            </a:r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HR-специалисты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Рекрутеры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Руководители компаний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IT-компании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Малый и средний бизнес</a:t>
            </a:r>
          </a:p>
          <a:p>
            <a:r>
              <a:rPr lang="ru-RU" sz="1800" dirty="0"/>
              <a:t>Система особенно актуальна для компаний, получающих большое количество откликов на вакансии.</a:t>
            </a:r>
          </a:p>
        </p:txBody>
      </p:sp>
      <p:sp>
        <p:nvSpPr>
          <p:cNvPr id="118" name="Google Shape;118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-RU"/>
              <a:t>Цели проекта</a:t>
            </a:r>
            <a:endParaRPr/>
          </a:p>
        </p:txBody>
      </p:sp>
      <p:sp>
        <p:nvSpPr>
          <p:cNvPr id="124" name="Google Shape;124;p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ru-RU" sz="1400" dirty="0"/>
              <a:t>Основная цель — разработать интеллектуальную систему автоматической оценки и ранжирования резюме.</a:t>
            </a:r>
          </a:p>
          <a:p>
            <a:pPr marL="114300" indent="0">
              <a:buNone/>
            </a:pPr>
            <a:r>
              <a:rPr lang="ru-RU" sz="1400" dirty="0"/>
              <a:t>Проект направлен на: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сокращение времени первичного отбора;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повышение объективности оценки;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автоматизацию процесса рекрутинга;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снижение нагрузки на HR-отдел.</a:t>
            </a:r>
          </a:p>
        </p:txBody>
      </p:sp>
      <p:sp>
        <p:nvSpPr>
          <p:cNvPr id="125" name="Google Shape;125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-RU"/>
              <a:t>Предлагаемое решение</a:t>
            </a:r>
            <a:endParaRPr/>
          </a:p>
        </p:txBody>
      </p:sp>
      <p:sp>
        <p:nvSpPr>
          <p:cNvPr id="131" name="Google Shape;131;p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ru-RU" sz="1400" dirty="0"/>
              <a:t>ИИ-агент работает в два этапа:</a:t>
            </a:r>
          </a:p>
          <a:p>
            <a:pPr marL="114300" indent="0">
              <a:buNone/>
            </a:pPr>
            <a:r>
              <a:rPr lang="ru-RU" sz="1400" b="1" dirty="0"/>
              <a:t>Этап 1 — Поиск по ключевым словам</a:t>
            </a:r>
          </a:p>
          <a:p>
            <a:pPr marL="114300" indent="0">
              <a:buNone/>
            </a:pPr>
            <a:r>
              <a:rPr lang="ru-RU" sz="1400" dirty="0"/>
              <a:t>Система ищет совпадения по заданным критериям вакансии и начисляет баллы.</a:t>
            </a:r>
          </a:p>
          <a:p>
            <a:pPr marL="114300" indent="0">
              <a:buNone/>
            </a:pPr>
            <a:r>
              <a:rPr lang="ru-RU" sz="1400" b="1" dirty="0"/>
              <a:t>Этап 2 — Анализ по контексту</a:t>
            </a:r>
          </a:p>
          <a:p>
            <a:pPr marL="114300" indent="0">
              <a:buNone/>
            </a:pPr>
            <a:r>
              <a:rPr lang="ru-RU" sz="1400" dirty="0"/>
              <a:t>Модель анализирует смысл текста (например, понимает, что Go = </a:t>
            </a:r>
            <a:r>
              <a:rPr lang="ru-RU" sz="1400" dirty="0" err="1"/>
              <a:t>Golang</a:t>
            </a:r>
            <a:r>
              <a:rPr lang="ru-RU" sz="1400" dirty="0"/>
              <a:t>), а не только точные совпадения слов.</a:t>
            </a:r>
          </a:p>
          <a:p>
            <a:pPr marL="114300" indent="0">
              <a:buNone/>
            </a:pPr>
            <a:r>
              <a:rPr lang="ru-RU" sz="1400" dirty="0"/>
              <a:t>После анализа: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формируется общий рейтинг резюме;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создаётся файл с отсортированным списком кандидатов;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выводится выдержка из резюме + итоговый балл.</a:t>
            </a:r>
          </a:p>
        </p:txBody>
      </p:sp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-RU"/>
              <a:t>Преимущества</a:t>
            </a:r>
            <a:endParaRPr/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ru-RU" sz="1400" dirty="0"/>
              <a:t>Преимущества проекта: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двухэтапный анализ (ключевые слова + смысл);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автоматическое ранжирование;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удобная загрузка архивов;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простота использования;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возможность адаптации под требования конкретного заказчика;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гибкая система рейтинга.</a:t>
            </a:r>
          </a:p>
          <a:p>
            <a:pPr marL="114300" indent="0">
              <a:buNone/>
            </a:pPr>
            <a:r>
              <a:rPr lang="ru-RU" sz="1400" dirty="0"/>
              <a:t>В отличие от стандартных ATS-систем, проект можно настроить под конкретные критерии работодателя.</a:t>
            </a:r>
          </a:p>
        </p:txBody>
      </p:sp>
      <p:sp>
        <p:nvSpPr>
          <p:cNvPr id="139" name="Google Shape;139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-RU"/>
              <a:t>Сроки и бюджет</a:t>
            </a:r>
            <a:endParaRPr/>
          </a:p>
        </p:txBody>
      </p:sp>
      <p:sp>
        <p:nvSpPr>
          <p:cNvPr id="145" name="Google Shape;145;p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ru-RU" sz="1400" dirty="0"/>
              <a:t>Планируемая длительность проекта — 3 месяца.</a:t>
            </a:r>
          </a:p>
          <a:p>
            <a:pPr marL="114300" indent="0">
              <a:buNone/>
            </a:pPr>
            <a:r>
              <a:rPr lang="ru-RU" sz="1400" dirty="0"/>
              <a:t>Этапы:</a:t>
            </a:r>
          </a:p>
          <a:p>
            <a:pPr>
              <a:buFont typeface="+mj-lt"/>
              <a:buAutoNum type="arabicPeriod"/>
            </a:pPr>
            <a:r>
              <a:rPr lang="ru-RU" sz="1400" dirty="0"/>
              <a:t>Согласование требований с заказчиком</a:t>
            </a:r>
          </a:p>
          <a:p>
            <a:pPr>
              <a:buFont typeface="+mj-lt"/>
              <a:buAutoNum type="arabicPeriod"/>
            </a:pPr>
            <a:r>
              <a:rPr lang="ru-RU" sz="1400" dirty="0"/>
              <a:t>Проектирование архитектуры</a:t>
            </a:r>
          </a:p>
          <a:p>
            <a:pPr>
              <a:buFont typeface="+mj-lt"/>
              <a:buAutoNum type="arabicPeriod"/>
            </a:pPr>
            <a:r>
              <a:rPr lang="ru-RU" sz="1400" dirty="0"/>
              <a:t>Разработка </a:t>
            </a:r>
            <a:r>
              <a:rPr lang="ru-RU" sz="1400" dirty="0" err="1"/>
              <a:t>frontend</a:t>
            </a:r>
            <a:endParaRPr lang="ru-RU" sz="1400" dirty="0"/>
          </a:p>
          <a:p>
            <a:pPr>
              <a:buFont typeface="+mj-lt"/>
              <a:buAutoNum type="arabicPeriod"/>
            </a:pPr>
            <a:r>
              <a:rPr lang="ru-RU" sz="1400" dirty="0"/>
              <a:t>Разработка </a:t>
            </a:r>
            <a:r>
              <a:rPr lang="ru-RU" sz="1400" dirty="0" err="1"/>
              <a:t>backend</a:t>
            </a:r>
            <a:endParaRPr lang="ru-RU" sz="1400" dirty="0"/>
          </a:p>
          <a:p>
            <a:pPr>
              <a:buFont typeface="+mj-lt"/>
              <a:buAutoNum type="arabicPeriod"/>
            </a:pPr>
            <a:r>
              <a:rPr lang="ru-RU" sz="1400" dirty="0"/>
              <a:t>Интеграция ИИ</a:t>
            </a:r>
          </a:p>
          <a:p>
            <a:pPr>
              <a:buFont typeface="+mj-lt"/>
              <a:buAutoNum type="arabicPeriod"/>
            </a:pPr>
            <a:r>
              <a:rPr lang="ru-RU" sz="1400" dirty="0"/>
              <a:t>Тестирование</a:t>
            </a:r>
          </a:p>
          <a:p>
            <a:pPr>
              <a:buFont typeface="+mj-lt"/>
              <a:buAutoNum type="arabicPeriod"/>
            </a:pPr>
            <a:r>
              <a:rPr lang="ru-RU" sz="1400" dirty="0"/>
              <a:t>Внедрение</a:t>
            </a:r>
          </a:p>
          <a:p>
            <a:pPr marL="114300" indent="0">
              <a:buNone/>
            </a:pPr>
            <a:r>
              <a:rPr lang="ru-RU" sz="1400" dirty="0"/>
              <a:t>Ресурсы: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команда разработчиков;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сервер для размещения;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вычислительные мощности для работы нейросети.</a:t>
            </a:r>
          </a:p>
          <a:p>
            <a:pPr marL="114300" indent="0">
              <a:buNone/>
            </a:pPr>
            <a:r>
              <a:rPr lang="ru-RU" sz="1400" dirty="0"/>
              <a:t>Бюджет определяется исходя из трудозатрат команды и выбранной инфраструктуры.</a:t>
            </a:r>
          </a:p>
        </p:txBody>
      </p:sp>
      <p:sp>
        <p:nvSpPr>
          <p:cNvPr id="146" name="Google Shape;146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e6b4266b5_0_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-RU" dirty="0"/>
              <a:t>Пресс-релиз </a:t>
            </a:r>
            <a:endParaRPr dirty="0"/>
          </a:p>
        </p:txBody>
      </p:sp>
      <p:sp>
        <p:nvSpPr>
          <p:cNvPr id="153" name="Google Shape;153;g10e6b4266b5_0_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154" name="Google Shape;154;g10e6b4266b5_0_8"/>
          <p:cNvSpPr txBox="1">
            <a:spLocks noGrp="1"/>
          </p:cNvSpPr>
          <p:nvPr>
            <p:ph type="body" idx="1"/>
          </p:nvPr>
        </p:nvSpPr>
        <p:spPr>
          <a:xfrm>
            <a:off x="628650" y="1787504"/>
            <a:ext cx="7886700" cy="444221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ru-RU" sz="1800" dirty="0"/>
              <a:t>«Теперь нам не нужно вручную просматривать сотни откликов. Система автоматически формирует рейтинг кандидатов и помогает быстро выделить наиболее подходящих», — отмечает представитель HR-отдела компании-заказчика.</a:t>
            </a:r>
          </a:p>
          <a:p>
            <a:pPr marL="114300" indent="0">
              <a:buNone/>
            </a:pPr>
            <a:r>
              <a:rPr lang="ru-RU" sz="1800" dirty="0"/>
              <a:t>Разработанный продукт позволяет загружать архив с резюме, выбирать вакансию и получать структурированный список кандидатов с рейтингом и выдержками из резюме.</a:t>
            </a:r>
          </a:p>
          <a:p>
            <a:pPr marL="114300" indent="0">
              <a:buNone/>
            </a:pPr>
            <a:r>
              <a:rPr lang="ru-RU" sz="1800" dirty="0"/>
              <a:t>Проект длился 3 месяца. За это время были реализованы </a:t>
            </a:r>
            <a:r>
              <a:rPr lang="ru-RU" sz="1800" dirty="0" err="1"/>
              <a:t>frontend</a:t>
            </a:r>
            <a:r>
              <a:rPr lang="ru-RU" sz="1800" dirty="0"/>
              <a:t>-интерфейс, </a:t>
            </a:r>
            <a:r>
              <a:rPr lang="ru-RU" sz="1800" dirty="0" err="1"/>
              <a:t>backend</a:t>
            </a:r>
            <a:r>
              <a:rPr lang="ru-RU" sz="1800" dirty="0"/>
              <a:t>-архитектура и двухэтапная система анализа резюме на основе искусственного интеллекта.</a:t>
            </a:r>
          </a:p>
          <a:p>
            <a:pPr marL="114300" indent="0">
              <a:buNone/>
            </a:pPr>
            <a:r>
              <a:rPr lang="ru-RU" sz="1800" dirty="0"/>
              <a:t>«Главной задачей было создать инструмент, который действительно помогает HR-специалистам экономить время и принимать более объективные решения», — отмечает руководитель проекта.</a:t>
            </a:r>
          </a:p>
          <a:p>
            <a:pPr marL="114300" indent="0">
              <a:buNone/>
            </a:pPr>
            <a:r>
              <a:rPr lang="ru-RU" sz="1800" dirty="0"/>
              <a:t>Система готова к внедрению и масштабированию под различные вакансии и отрасли.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ru-RU" sz="4400"/>
              <a:t>Спасибо за внимание! </a:t>
            </a:r>
            <a:endParaRPr/>
          </a:p>
        </p:txBody>
      </p:sp>
      <p:sp>
        <p:nvSpPr>
          <p:cNvPr id="161" name="Google Shape;161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552</Words>
  <Application>Microsoft Office PowerPoint</Application>
  <PresentationFormat>Экран (4:3)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Тема Office</vt:lpstr>
      <vt:lpstr>AI-StaffFilter</vt:lpstr>
      <vt:lpstr>Команда</vt:lpstr>
      <vt:lpstr>Актуальность</vt:lpstr>
      <vt:lpstr>Продукт проекта</vt:lpstr>
      <vt:lpstr>Целевая аудитория</vt:lpstr>
      <vt:lpstr>Цели проекта</vt:lpstr>
      <vt:lpstr>Предлагаемое решение</vt:lpstr>
      <vt:lpstr>Преимущества</vt:lpstr>
      <vt:lpstr>Сроки и бюджет</vt:lpstr>
      <vt:lpstr>Пресс-релиз 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subject/>
  <dc:creator>Надежда Цветкова</dc:creator>
  <cp:keywords/>
  <dc:description/>
  <cp:lastModifiedBy>Егор Иванцов</cp:lastModifiedBy>
  <cp:revision>11</cp:revision>
  <dcterms:created xsi:type="dcterms:W3CDTF">2017-10-21T13:35:42Z</dcterms:created>
  <dcterms:modified xsi:type="dcterms:W3CDTF">2026-03-02T16:46:17Z</dcterms:modified>
  <cp:category/>
</cp:coreProperties>
</file>